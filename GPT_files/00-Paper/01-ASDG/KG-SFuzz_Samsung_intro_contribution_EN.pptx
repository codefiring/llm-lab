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KG-SFUZZ · INTRODUCTION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Introduction: Driver Fuzzing for Samsung Devices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549640" y="4937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Galaxy A54 driver 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7091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642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D49"/>
                </a:solidFill>
              </a:rPr>
              <a:t>What is driver fuzzing?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39696"/>
            <a:ext cx="40690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Automated security testing for kernel drivers: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generate ioctl / syscall sequences, mutate parameters, run them against the driver, then use coverage and crash feedback to find bugs.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Why Samsung drivers are hard to fuzz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858768"/>
            <a:ext cx="4069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Galaxy A54 NPU / MFC / Scaler drivers expose deep, stateful APIs: a target bug may be reachable only after a long, valid lifecycle sequence.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919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D49"/>
                </a:solidFill>
              </a:rPr>
              <a:t>KG-SFuzz’s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321808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Make the implicit driver state machine explicit with an API State Dependency Graph (ASDG), then guide fuzzing through valid state transitions.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5806440" y="1572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Samsung Galaxy A54 NPU example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06440" y="1947672"/>
            <a:ext cx="5440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A vulnerability in DQBUF is not just an input problem — it requires the driver to reach the correct internal state first.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5897880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2700">
            <a:solidFill>
              <a:srgbClr val="B8C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8A0"/>
                </a:solidFill>
              </a:rPr>
              <a:t>open()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961888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OPEN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12280" y="3054096"/>
            <a:ext cx="91440" cy="201168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2008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2700">
            <a:solidFill>
              <a:srgbClr val="B8C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8A0"/>
                </a:solidFill>
              </a:rPr>
              <a:t>BOOTUP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986016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POWER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836408" y="3054096"/>
            <a:ext cx="91440" cy="201168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46136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2700">
            <a:solidFill>
              <a:srgbClr val="B8C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0144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8A0"/>
                </a:solidFill>
              </a:rPr>
              <a:t>S_GRAPH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010144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GRAPH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860536" y="3054096"/>
            <a:ext cx="91440" cy="201168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0264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2700">
            <a:solidFill>
              <a:srgbClr val="B8C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8A0"/>
                </a:solidFill>
              </a:rPr>
              <a:t>S_FORMAT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034272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FORMAT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884664" y="3054096"/>
            <a:ext cx="91440" cy="201168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94392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2700">
            <a:solidFill>
              <a:srgbClr val="B8C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428A0"/>
                </a:solidFill>
              </a:rPr>
              <a:t>STREAM_ON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0058400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STREAMON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908792" y="3054096"/>
            <a:ext cx="91440" cy="201168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18520" y="2816352"/>
            <a:ext cx="841248" cy="676656"/>
          </a:xfrm>
          <a:prstGeom prst="roundRect">
            <a:avLst>
              <a:gd name="adj" fmla="val 8108"/>
            </a:avLst>
          </a:prstGeom>
          <a:solidFill>
            <a:srgbClr val="FFF1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82528" y="29352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1C1C"/>
                </a:solidFill>
              </a:rPr>
              <a:t>DQBUF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11082528" y="32095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BUG PATH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669280" y="4160520"/>
            <a:ext cx="13533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427939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1D49"/>
                </a:solidFill>
              </a:rPr>
              <a:t>Static facts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779008" y="45354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code-level truth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7159752" y="4398264"/>
            <a:ext cx="109728" cy="182880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9480" y="4160520"/>
            <a:ext cx="13533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9208" y="427939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1D49"/>
                </a:solidFill>
              </a:rPr>
              <a:t>LLM reasoning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379208" y="45354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semantic states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8759952" y="4398264"/>
            <a:ext cx="109728" cy="182880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69680" y="4160520"/>
            <a:ext cx="13533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79408" y="427939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1D49"/>
                </a:solidFill>
              </a:rPr>
              <a:t>ASDG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8979408" y="45354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state + data + constraints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10360152" y="4398264"/>
            <a:ext cx="109728" cy="182880"/>
          </a:xfrm>
          <a:prstGeom prst="chevron">
            <a:avLst/>
          </a:prstGeom>
          <a:solidFill>
            <a:srgbClr val="1428A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69880" y="4160520"/>
            <a:ext cx="135331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79608" y="427939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71D49"/>
                </a:solidFill>
              </a:rPr>
              <a:t>Guided fuzzing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10579608" y="45354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reachable deep paths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6080760" y="544068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2700" dist="50800" dir="2700000">
              <a:srgbClr val="B8C4DA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227064" y="558698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+32.57%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6227064" y="597103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A54 coverage gain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01000" y="544068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2700" dist="50800" dir="2700000">
              <a:srgbClr val="B8C4DA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147304" y="558698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300" dirty="0"/>
          </a:p>
        </p:txBody>
      </p:sp>
      <p:sp>
        <p:nvSpPr>
          <p:cNvPr id="58" name="Text 56"/>
          <p:cNvSpPr/>
          <p:nvPr/>
        </p:nvSpPr>
        <p:spPr>
          <a:xfrm>
            <a:off x="8147304" y="597103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bugs found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46920" y="544068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  <a:effectLst>
            <a:outerShdw sx="100000" sy="100000" kx="0" ky="0" algn="bl" rotWithShape="0" blurRad="12700" dist="50800" dir="2700000">
              <a:srgbClr val="B8C4DA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793224" y="5586984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9793224" y="597103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CVE-eligible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30352" y="6629400"/>
            <a:ext cx="11155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94A3B8"/>
                </a:solidFill>
              </a:rPr>
              <a:t>Source: KG-SFuzz paper, Samsung Galaxy A54 evaluation and vulnerability detection results.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KG-SFUZZ · CONTRIBUTIONS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Contributions: From Prior Limitations to Samsung Product Value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549640" y="4937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Galaxy A54 driver 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64748B"/>
                </a:solidFill>
              </a:rPr>
              <a:t>Past work limitation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425196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8A0"/>
                </a:solidFill>
              </a:rPr>
              <a:t>KG-SFuzz contribution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7973568" y="1417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766E"/>
                </a:solidFill>
              </a:rPr>
              <a:t>Value for Samsung products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4767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Coverage-only fuzzers stop at shallow checks; random mutation wastes energy on invalid ioctl sequences.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959352" y="216712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78808" y="181051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94767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71D49"/>
                </a:solidFill>
              </a:rPr>
              <a:t>ASDG models state transitions, data flows and parameter constraints from static facts + LLM reasoning.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543800" y="216712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1810512"/>
            <a:ext cx="342900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1947672"/>
            <a:ext cx="309981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5E52"/>
                </a:solidFill>
              </a:rPr>
              <a:t>Turns Galaxy A54 driver lifecycles into explicit test paths, improving reachability of deep NPU/MFC/Scaler code.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94360" y="290779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4495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Trace / runtime-based state fuzzing suffers from input bias and stochastic exploration of long-range dependencies.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3959352" y="326440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8808" y="290779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04495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71D49"/>
                </a:solidFill>
              </a:rPr>
              <a:t>Coverage-distance collaborative scheduler combines broad coverage with target-state progression.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543800" y="326440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2907792"/>
            <a:ext cx="342900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044952"/>
            <a:ext cx="309981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5E52"/>
                </a:solidFill>
              </a:rPr>
              <a:t>Fuzzing energy is spent on reachable states, making deep Samsung driver testing more systematic.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94360" y="400507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414223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LLM-only generation may hallucinate and syzlang has limited support for temporal state guards.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3959352" y="436168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78808" y="4005072"/>
            <a:ext cx="324612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142232"/>
            <a:ext cx="291693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71D49"/>
                </a:solidFill>
              </a:rPr>
              <a:t>Closed-loop knowledge evolution updates ASDG with validated runtime inputs and successful transitions.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543800" y="4361688"/>
            <a:ext cx="201168" cy="210312"/>
          </a:xfrm>
          <a:prstGeom prst="chevron">
            <a:avLst/>
          </a:prstGeom>
          <a:solidFill>
            <a:srgbClr val="1428A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4005072"/>
            <a:ext cx="342900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D9E2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4142232"/>
            <a:ext cx="3099816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5E52"/>
                </a:solidFill>
              </a:rPr>
              <a:t>Produces more reliable, driver-specific tests for Samsung kernels and reduces false exploration effort.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94360" y="5285232"/>
            <a:ext cx="11018520" cy="914400"/>
          </a:xfrm>
          <a:prstGeom prst="roundRect">
            <a:avLst>
              <a:gd name="adj" fmla="val 10000"/>
            </a:avLst>
          </a:prstGeom>
          <a:solidFill>
            <a:srgbClr val="071D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468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Validated results on Samsung Galaxy A54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977640" y="54132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+32.57%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3977640" y="5788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7D2FE"/>
                </a:solidFill>
              </a:rPr>
              <a:t>coverage vs. Syzkaller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779008" y="5413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15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779008" y="57881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7D2FE"/>
                </a:solidFill>
              </a:rPr>
              <a:t>previously unknown bugs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7370064" y="5413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9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370064" y="5788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7D2FE"/>
                </a:solidFill>
              </a:rPr>
              <a:t>CVE-eligible findings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8961120" y="5413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NPU / MFC / Scaler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61120" y="57881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C7D2FE"/>
                </a:solidFill>
              </a:rPr>
              <a:t>real Samsung drivers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786384" y="626364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334155"/>
                </a:solidFill>
              </a:rPr>
              <a:t>Message for Samsung: KG-SFuzz converts driver-specific lifecycle knowledge into repeatable security tests, exposing deep kernel flaws before they affect product reliability or user trust.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530352" y="6629400"/>
            <a:ext cx="11155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94A3B8"/>
                </a:solidFill>
              </a:rPr>
              <a:t>Source: KG-SFuzz paper, RQ2/RQ3 and Galaxy A54 evaluation tables.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KG-SFuzz: Samsung Product Value</dc:title>
  <dc:subject>KG-SFuzz introduction and contributions for Samsung product security</dc:subject>
  <dc:creator>OpenAI</dc:creator>
  <cp:lastModifiedBy>OpenAI</cp:lastModifiedBy>
  <cp:revision>1</cp:revision>
  <dcterms:created xsi:type="dcterms:W3CDTF">2026-08-05T08:29:55Z</dcterms:created>
  <dcterms:modified xsi:type="dcterms:W3CDTF">2026-08-05T08:29:55Z</dcterms:modified>
</cp:coreProperties>
</file>